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HALIFAX REGIONAL MUNICIPALITY  ·  URBAN FORESTRY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86000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Segoe UI"/>
              </a:rPr>
              <a:t>Which Tree Falls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34155"/>
                </a:solidFill>
                <a:latin typeface="Segoe UI"/>
              </a:rPr>
              <a:t>Reading 290 backlogged tree reports and deciding what a crew should inspect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572000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846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A prioritisation tool — not a safety determination.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290 open requests. Every one needs a site visit.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377440"/>
            <a:ext cx="3454298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560320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OPEN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52928"/>
            <a:ext cx="301538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F172A"/>
                </a:solidFill>
                <a:latin typeface="Consolas"/>
              </a:rPr>
              <a:t>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438144"/>
            <a:ext cx="30153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Sitting in the 311 backlog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2377440"/>
            <a:ext cx="3454298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8154" y="2560320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INSPECTED PER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8154" y="2852928"/>
            <a:ext cx="301538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334155"/>
                </a:solidFill>
                <a:latin typeface="Consolas"/>
              </a:rPr>
              <a:t>~6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154" y="3438144"/>
            <a:ext cx="30153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One crew, whole municipality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9028" y="2377440"/>
            <a:ext cx="3454298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8484" y="2560320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LONGEST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8484" y="2852928"/>
            <a:ext cx="301538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C2626"/>
                </a:solidFill>
                <a:latin typeface="Consolas"/>
              </a:rPr>
              <a:t>290d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8484" y="3438144"/>
            <a:ext cx="301538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And it is still not the worst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9768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334155"/>
                </a:solidFill>
                <a:latin typeface="Segoe UI"/>
              </a:rPr>
              <a:t>Requests are worked roughly in the order they arrive. That means a tree that fell on a house last night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334155"/>
                </a:solidFill>
                <a:latin typeface="Segoe UI"/>
              </a:rPr>
              <a:t>queues behind a nine-month-old request to prune a hedge — and nobody can see that has happened.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Two surfaces, one ranked queue.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286000"/>
            <a:ext cx="5254599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Consolas"/>
              </a:rPr>
              <a:t>RESIDENT  /report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52928"/>
            <a:ext cx="470595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Name, email, location, description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and a photo.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Scored the moment it is submitted.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Gets a reference number — and no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risk score, because the ranking is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an internal dispatch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286000"/>
            <a:ext cx="5254599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514600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Consolas"/>
              </a:rPr>
              <a:t>URBAN FORESTRY  /admin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852928"/>
            <a:ext cx="470595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Queue ranked by hazard, not by date.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Full reasoning for every score.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Same-day work plan, completion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sign-off, and a printable one-page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field assessment sheet.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HOW IT RANKS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Four factors, every one explainable.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No black box: each score shows the phrase that produced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14600"/>
            <a:ext cx="10874959" cy="60350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7004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Consolas"/>
              </a:rPr>
              <a:t>finalScore  =  danger x 0.50   +   wait x 0.25   +   location x 0.15   +   review x 0.10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593592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520440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Danger 50%</a:t>
            </a:r>
            <a:r>
              <a:rPr sz="1600">
                <a:solidFill>
                  <a:srgbClr val="334155"/>
                </a:solidFill>
                <a:latin typeface="Segoe UI"/>
              </a:rPr>
              <a:t>  keyword + phrase rules over the text, fused with the photo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050792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77640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Wait time 25%</a:t>
            </a:r>
            <a:r>
              <a:rPr sz="1600">
                <a:solidFill>
                  <a:srgbClr val="334155"/>
                </a:solidFill>
                <a:latin typeface="Segoe UI"/>
              </a:rPr>
              <a:t>  backlog pressure, saturating at 180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07992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34840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Location 15%</a:t>
            </a:r>
            <a:r>
              <a:rPr sz="1600">
                <a:solidFill>
                  <a:srgbClr val="334155"/>
                </a:solidFill>
                <a:latin typeface="Segoe UI"/>
              </a:rPr>
              <a:t>  a hazard on Barrington exposes more people than one on a cul-de-sac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965192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892040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Human review 10%</a:t>
            </a:r>
            <a:r>
              <a:rPr sz="1600">
                <a:solidFill>
                  <a:srgbClr val="334155"/>
                </a:solidFill>
                <a:latin typeface="Segoe UI"/>
              </a:rPr>
              <a:t>  the description was too vague to score at 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32120"/>
            <a:ext cx="2636443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641848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CRITICAL 80+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4539" y="5532120"/>
            <a:ext cx="2636443" cy="42062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4539" y="5641848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HIGH 60-79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711" y="5532120"/>
            <a:ext cx="2636443" cy="42062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0711" y="5641848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MEDIUM 35-59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883" y="5532120"/>
            <a:ext cx="2636443" cy="42062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6883" y="5641848"/>
            <a:ext cx="2636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LOW 0-34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Weighted averages bury emergencies.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34155"/>
                </a:solidFill>
                <a:latin typeface="Segoe UI"/>
              </a:rPr>
              <a:t>A tree actively falling onto a house, reported today on a residential street: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651760"/>
            <a:ext cx="10874959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79806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F172A"/>
                </a:solidFill>
                <a:latin typeface="Consolas"/>
              </a:rPr>
              <a:t>danger 100 x 0.50   +   wait 0 x 0.25   +   location 40 x 0.15   =   56   -&gt; 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56432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4155"/>
                </a:solidFill>
                <a:latin typeface="Segoe UI"/>
              </a:rPr>
              <a:t>Backlog age would outrank an active hazard. That is the wrong answer to the only question this tool exists to answer.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14800"/>
            <a:ext cx="10874959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114800"/>
            <a:ext cx="48000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315968"/>
            <a:ext cx="10234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C2626"/>
                </a:solidFill>
                <a:latin typeface="Segoe UI"/>
              </a:rPr>
              <a:t>IMMINENT-HAZARD ESCALATION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645152"/>
            <a:ext cx="10234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Severity sets a floor, the way severity rows work in a municipal risk matrix.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danger &gt;= 70 floors at 80 (Critical).   danger &gt;= 50 floors at 60 (High).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It never lowers a score, never alters the four components — and the UI says when it binds.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onsolas"/>
              </a:rPr>
              <a:t>Agricola Street:  weighted 46  -&gt;  floored to 80  -&gt;  CRITICAL, ranked #2 of 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READING THE PHOTO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The picture and the words disagree more than you would think.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Both produce a 0-100 severity on the same hazard vocabulary, so fusing them is arithmetic.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408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23408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SCORE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5168" y="23408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REVIEW 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96896"/>
            <a:ext cx="10874959" cy="2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Photo and text 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7614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higher of the two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82112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2841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Photo shows MORE than described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32841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use the photo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49040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Text claims MORE than the photo supports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89534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keep higher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8953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C2626"/>
                </a:solidFill>
                <a:latin typeface="Segoe UI"/>
              </a:rPr>
              <a:t>FLAGGED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15968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4622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Photo resolves a vague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4622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use the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59669"/>
                </a:solidFill>
                <a:latin typeface="Segoe UI"/>
              </a:rPr>
              <a:t>CLEARED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882896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29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Photo unusable - not a tree, too 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5029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use the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5029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4748B"/>
                </a:solidFill>
                <a:latin typeface="Segoe UI"/>
              </a:rPr>
              <a:t>FLAGGED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449824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The fused score is never LOWER than the text score — under-ranking a hazard someone described is the expensive mistake.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Once the truck is there, what else gets cleared?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Mobilisation costs the same whether the crew does one job or four.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86000"/>
            <a:ext cx="10874959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50592"/>
            <a:ext cx="103263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"The five nearest" is the obvious answer, and it is wrong. It returns five cosmetic prunings on one block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while a High-priority tree sits 400 m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Ranked by severity earned per hour of shift consumed, discounted for distance: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85031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36850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IN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7" y="3685031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RECOMMENDED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368503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THEIR QUEUE RANKS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41063"/>
            <a:ext cx="10874959" cy="2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05655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Quinpool Rd  (#1, Critical)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4105655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7" y="4105655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5 @ 235-805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4105655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#6, #9, #13, #14, #23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89703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17719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Agricola St  (#2, Critical)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4617719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7" y="4617719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5 @ 205-336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4617719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#5, #11, #15, #19, #20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001767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29783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Dutch Village Rd  (#3)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5129783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7" y="5129783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none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5129783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isolated — cannot bundle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13831"/>
            <a:ext cx="10874959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42432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Note the ranks: the suggestions are deliberately NOT the next entries in the queue. And #2 is 1.5 km from #1 — so it cannot be bundled, and the tool says 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WHERE IT IS CAREFUL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The parts that stop it being dangerous.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450592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"Unsure" is not "dangerous".</a:t>
            </a:r>
            <a:r>
              <a:rPr sz="1500">
                <a:solidFill>
                  <a:srgbClr val="334155"/>
                </a:solidFill>
                <a:latin typeface="Segoe UI"/>
              </a:rPr>
              <a:t>  A vague report means the system lacks information, not that the tree is safe. Priority and review flag are shown side by side, never substituted.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291840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Duplicates are detected, not stacked.</a:t>
            </a:r>
            <a:r>
              <a:rPr sz="1500">
                <a:solidFill>
                  <a:srgbClr val="334155"/>
                </a:solidFill>
                <a:latin typeface="Segoe UI"/>
              </a:rPr>
              <a:t>  Nine neighbours reporting one fallen tree would otherwise fill the top nine slots — and make bundling recommend one job five times.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33088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59936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Every score is auditable.</a:t>
            </a:r>
            <a:r>
              <a:rPr sz="1500">
                <a:solidFill>
                  <a:srgbClr val="334155"/>
                </a:solidFill>
                <a:latin typeface="Segoe UI"/>
              </a:rPr>
              <a:t>  Each hazard tag carries the exact phrase that triggered it and the points it added.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974336"/>
            <a:ext cx="3000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901184"/>
            <a:ext cx="10692079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It never certifies a tree as safe.</a:t>
            </a:r>
            <a:r>
              <a:rPr sz="1500">
                <a:solidFill>
                  <a:srgbClr val="334155"/>
                </a:solidFill>
                <a:latin typeface="Segoe UI"/>
              </a:rPr>
              <a:t>  The printed sheet says so explicitly. It sets inspection order; an arborist makes the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Ninety seconds, six clicks.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4231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Submit a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375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/report — photo, address,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3354" y="24231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3354" y="24871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3354" y="29718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It is already ranked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3354" y="33375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/admin — scored on submission, queue re-sorted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8340" y="24231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8340" y="24871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8340" y="29718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Open the top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8340" y="33375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full reasoning, hazard tags, photo assessment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0233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87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See the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377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weighted 46 -&gt; floored to 80, and why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3354" y="40233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3354" y="4087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3354" y="45720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Read the day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354" y="49377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5 nearby jobs, what fits the shift, what follows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8340" y="4023360"/>
            <a:ext cx="402336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340" y="4087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8340" y="4572000"/>
            <a:ext cx="31677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Print the field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8340" y="4937760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one Letter page, only the poster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BUILT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Next.js · TypeScript · Supabase Postgres · Claude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005840" cy="2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5254599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42032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59669"/>
                </a:solidFill>
                <a:latin typeface="Segoe UI"/>
              </a:rPr>
              <a:t>WORKING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9504"/>
            <a:ext cx="470595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Public intake with photo upload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Text + image hazard scoring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Ranked queue, filters, sorting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Same-day work planning + map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Completion sign-off with audit trail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Printable field assessment sheet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Live on Supabase Postgres 17.6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331720"/>
            <a:ext cx="5254599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542032"/>
            <a:ext cx="4705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889504"/>
            <a:ext cx="470595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Completion email + feedback capture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Admin UI to confirm suggested duplicates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Authentication on the admin console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Photo storage moved to Supabase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Real crew durations replacing estimates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The scoring engine is pure and isolated — swapping the classifier for a different model does not touch the weighting, thresholds, reasoning or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Which Tree Falls First  ·  Halifax Urban Forestry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